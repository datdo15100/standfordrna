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ptos Display"/>
              </a:defRPr>
            </a:pPr>
            <a:r>
              <a:t>GeoFuse-RNA</a:t>
            </a:r>
          </a:p>
          <a:p>
            <a:pPr>
              <a:spcBef>
                <a:spcPts val="1600"/>
              </a:spcBef>
              <a:defRPr sz="2400">
                <a:solidFill>
                  <a:srgbClr val="DCE6F3"/>
                </a:solidFill>
              </a:defRPr>
            </a:pPr>
            <a:r>
              <a:t>Confidence-aware fusion and motif-conditioned</a:t>
            </a:r>
            <a:br/>
            <a:r>
              <a:t>geometric refinement for RNA 3D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AFC0D6"/>
                </a:solidFill>
              </a:defRPr>
            </a:pPr>
            <a:r>
              <a:t>Supervisor progress update</a:t>
            </a:r>
            <a:br/>
            <a:r>
              <a:t>14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Reproducible temporal-safe RNA 3D pipeline built around the Stanford Kaggle challenge.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Strongest local result: 0.3072 mean best-of-5 TM on 12 CASP15 targets.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Main empirical win: +0.0955 TM from better template recall.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Geometry v1 improves clashes/backbone spacing, but is TM-neutral and increases sharp kinks.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Next contribution: segment-level TBM/pretrained fusion plus motif-conditioned geometry v2.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Problem and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Input: RNA sequence, MSA, template structures and release-date metadata.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Output: five C1′ coordinate structures per target, each with shape [L, 3].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Competition score: best TM among five predictions, averaged over targets/references.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TM rewards the global fold and can tolerate local geometric artifacts.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Thesis evaluation therefore separates fold accuracy from structural validity.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Data and EDA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Train v1: 844 / 137k residues; train v2: 5,135 / 3.68M residues.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Local validation/test: 12 CASP15 targets, 2,515 residues total.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Lengths span 30–720 nt (median 129.5 nt); R1138 is a 720-nt stress case.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Template resource: 8,670 RNA CIF files, 56.89 GiB.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Historical parse: 23,869 chains, 10.86M residues, 99.9% modelled C1′, zero errors.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MSA and MSA_v2 add target-specific evolutionary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Leakage is the central evaluation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Same earlier TBM pipeline under three template-availability regimes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kage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Ignoring time can inflate TM by +0.48 to +0.80.</a:t>
            </a:r>
            <a:br/>
            <a:br/>
            <a:r>
              <a:t>Oracle results are diagnostics, not scientific performance.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Implemented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One code path for local evaluation and Kaggle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Sequence + cutoff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7568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959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Temporal filter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247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0819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Transfer + gap fill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Candidate pool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4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Final five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10332720" cy="210312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MMseqs + exhaustive composite similarity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Leakage guard before ranking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TBM + de novo hedge + optional geometry refinement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Quality/diversity selection produces five C1′ structures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How performance evolved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Candidate generation dominates.</a:t>
            </a:r>
            <a:br/>
            <a:br/>
            <a:r>
              <a:t>The largest jump came from search recall, not coordinate optimisation.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Bottleneck diagnosis: candidate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Only 5/12 targets originally had an MMseqs temporal-safe hit; 7/12 fell back to de novo.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faithful top-1 reproduction scored 0.2973 temporal-safe using exhaustive composite similarity.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This diagnosed search—not refinement—as the main accuracy bottleneck.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Composite search lifted our pipeline from 0.2117 to 0.3072.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It improved 11/12 targets and beat reproduced top-1 on 9/12.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Composite-search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ite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Mean gain: +0.0955 TM</a:t>
            </a:r>
            <a:br/>
            <a:br/>
            <a:r>
              <a:t>Largest: R1117v2 +0.320</a:t>
            </a:r>
            <a:br/>
            <a:br/>
            <a:r>
              <a:t>Runtime: ~8 s/target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refinement v1: an honest negative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Auxiliary metrics averaged over all five structures and 12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finement_tru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−42% clashes</a:t>
            </a:r>
            <a:br/>
            <a:r>
              <a:t>−47% backbone deviation</a:t>
            </a:r>
            <a:br/>
            <a:br/>
            <a:r>
              <a:t>TM: −0.002</a:t>
            </a:r>
            <a:br/>
            <a:r>
              <a:t>Kinks: ~2×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What is already a contribution?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reproducible temporal-safe benchmark with explicit leakage quantification.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search diagnosis and composite-recall improvement over the reproduced top-1 baseline.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Adversarial refinement evaluation using an unoptimised sharp-kink metric.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Reusable accuracy, geometry and diversity evaluation in one codebase.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However, generic ‘TBM + pretrained + refinement’ remains too close to leaderboard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Proposed thesis extension: GeoFuse-RNA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TBM candidates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749039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Pretrained candidates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Fold clustering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Residue/segment confidence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96596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Segment fusion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365760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Geometry v2 projection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78892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Quality-diversity final five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2011680"/>
            <a:ext cx="731520" cy="96012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423160" y="3246120"/>
            <a:ext cx="73152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3063240"/>
            <a:ext cx="274320" cy="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9480" y="2468880"/>
            <a:ext cx="64008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9480" y="3246120"/>
            <a:ext cx="64008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92640" y="2423160"/>
            <a:ext cx="36576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383280"/>
            <a:ext cx="365760" cy="64008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40" y="571500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Novelty is the adaptive integration layer — not another large RNA foundation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v2: directly answer the v1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Retain adjacent-distance, clash and size terms.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Add context-conditioned angle/curvature distributions to prevent kink trading.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Use signed pseudo-torsion only when the required atom representation is retained.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Optimise in stages: stitch/fuse → local repair → weak global prior.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Success gate: preserve TM and geometry gains without exceeding the no-refine kink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Confidence-aware segment fusion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Estimate source reliability at residue/segment level, not only one score per structure.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TBM features: identity, coverage, completeness, gap mask, date and local agreement.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Pretrained features: model confidence and agreement among predicted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Align and cluster candidates before fusion; never blend incompatible global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Use segment smoothing and seam penalties to avoid ‘Frankenstein’ switching.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Train/evaluate on real held-out predictions, not synthetic corruptions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Experiments that isolate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72768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1572768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Current TBM + composite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572768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Strong reference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32304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432304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raw pretrained union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432304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Does oracle candidate TM rise?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3291840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confidence-aware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91840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Fusion vs whole-candidate selection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4151376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geometry v2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151376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Repair without kink artifacts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10912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5010912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fold-aware final-five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5010912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Quality/diversity and selection regret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Current engineering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WSL Conda env ‘rna-fold’ installed; RTX 3060 Ti CUDA and MMseqs2 verified.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Four core numerical/temporal tests pass.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Kaggle token and CLI work; the account currently has no competition submission.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Raw data validated: 61 GiB with all CSV, MSA and 8,670 PDB CIF components present.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WSL cap configured to 18 GB RAM + 8 GB swap; restart is required to apply it.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CIF rebuild defaults to six workers to preserve Windows headroom.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Compute strategy and laptop handoff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RTX 3060 Ti / 8 GB: artifact builds and DRfold2/RibonanzaNet-scale experiments.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GTX 1650 / 4 GB laptop: code, unit tests, cached-candidate analysis, slides and thesis writing.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Do not rebuild 57 GB CIFs or run AF3-style models on the laptop.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Kaggle GPU: final offline notebook and heavier pretrained candidates where feasible.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Cache candidate coordinates so fusion/refinement ablations remain cheap and reproducible.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Immediate next steps and decision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1. Finish the data audit and rebuild reusable template artifacts on the main machine.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2. Reproduce B0 from scratch and freeze its artifact bundle.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3. Run and validate a Kaggle baseline notebook; late-submit its exact successful version.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4. Add pretrained candidates and first measure oracle-pool TM.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5. Proceed to fusion only if candidate sources are complementary.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6. Require geometry v2 to eliminate the kink regression.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Questions for the supervisor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primary claim centre on segment fusion, with geometry v2 as projection/repair?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12-target temporal-safe CASP15 evaluation sufficient when paired with Kaggle private validation?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frozen final holdout be family-based, time-based, or target-based?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a learned confidence gate necessary, or can a well-ablated heuristic gate suffice?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success be framed as TM uplift, geometry validity, or an explicit two-axis claim?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Appendix: evidence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Pipeline results: reports/thesis_notes/results_summary.md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Composite ablation: reports/thesis_notes/composite_ablation.md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Refinement truthfulness: reports/thesis_notes/refine_ablation.md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Top-1 reproduction and leakage: reproduce_top1.md + leakage_demo.md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Full chronology: LOG.md; extension: PLAN.md + research_plan_review.md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External papers and official Kaggle workflow: sources.md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